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40" d="100"/>
          <a:sy n="40" d="100"/>
        </p:scale>
        <p:origin x="24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958051" y="274320"/>
            <a:ext cx="300229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rPr dirty="0"/>
              <a:t>Project </a:t>
            </a:r>
            <a:r>
              <a:rPr dirty="0" smtClean="0"/>
              <a:t>Title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108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Team Members: Name1, Name2, Name3 | PRNs</a:t>
            </a:r>
          </a:p>
          <a:p>
            <a:r>
              <a:t>Guide: Dr. XYZ | Department, Institute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u="sng"/>
            </a:pPr>
            <a:r>
              <a:t>1. Introduction</a:t>
            </a:r>
          </a:p>
          <a:p>
            <a:pPr>
              <a:spcBef>
                <a:spcPts val="1000"/>
              </a:spcBef>
              <a:defRPr sz="2000"/>
            </a:pPr>
            <a:r>
              <a:t>Brief about problem, objectives, and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0" y="29260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u="sng"/>
            </a:pPr>
            <a:r>
              <a:t>2. Methodology</a:t>
            </a:r>
          </a:p>
          <a:p>
            <a:pPr>
              <a:spcBef>
                <a:spcPts val="1000"/>
              </a:spcBef>
              <a:defRPr sz="2000"/>
            </a:pPr>
            <a:r>
              <a:t>Block diagram / flowchart and approach.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0" y="292608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u="sng"/>
            </a:pPr>
            <a:r>
              <a:t>3. Implementation</a:t>
            </a:r>
          </a:p>
          <a:p>
            <a:pPr>
              <a:spcBef>
                <a:spcPts val="1000"/>
              </a:spcBef>
              <a:defRPr sz="2000"/>
            </a:pPr>
            <a:r>
              <a:t>Snapshots of system, hardware/software modules.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8229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u="sng"/>
            </a:pPr>
            <a:r>
              <a:t>4. Results &amp; Testing</a:t>
            </a:r>
          </a:p>
          <a:p>
            <a:pPr>
              <a:spcBef>
                <a:spcPts val="1000"/>
              </a:spcBef>
              <a:defRPr sz="2000"/>
            </a:pPr>
            <a:r>
              <a:t>Graphs, tables, outputs with brief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0" y="8229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u="sng"/>
            </a:pPr>
            <a:r>
              <a:t>5. Innovation</a:t>
            </a:r>
          </a:p>
          <a:p>
            <a:pPr>
              <a:spcBef>
                <a:spcPts val="1000"/>
              </a:spcBef>
              <a:defRPr sz="2000"/>
            </a:pPr>
            <a:r>
              <a:t>Highlight of unique or novel contributions.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0" y="8229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u="sng"/>
            </a:pPr>
            <a:r>
              <a:t>6. Application &amp; Outcome</a:t>
            </a:r>
          </a:p>
          <a:p>
            <a:pPr>
              <a:spcBef>
                <a:spcPts val="1000"/>
              </a:spcBef>
              <a:defRPr sz="2000"/>
            </a:pPr>
            <a:r>
              <a:t>Real-world relevance, paper/IPR status.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0"/>
            <a:ext cx="3108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u="sng"/>
            </a:pPr>
            <a:r>
              <a:t>7. Conclusion &amp; Future Scope</a:t>
            </a:r>
          </a:p>
          <a:p>
            <a:pPr>
              <a:spcBef>
                <a:spcPts val="1000"/>
              </a:spcBef>
              <a:defRPr sz="2000"/>
            </a:pPr>
            <a:r>
              <a:t>Key achievements, next steps.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9006800" y="274320"/>
            <a:ext cx="2997200" cy="2205347"/>
            <a:chOff x="4765928" y="3284383"/>
            <a:chExt cx="1160145" cy="991235"/>
          </a:xfrm>
        </p:grpSpPr>
        <p:grpSp>
          <p:nvGrpSpPr>
            <p:cNvPr id="12" name="Group 11"/>
            <p:cNvGrpSpPr/>
            <p:nvPr/>
          </p:nvGrpSpPr>
          <p:grpSpPr>
            <a:xfrm>
              <a:off x="4765928" y="3284383"/>
              <a:ext cx="1160145" cy="991235"/>
              <a:chOff x="0" y="0"/>
              <a:chExt cx="1827" cy="1561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0" y="0"/>
                <a:ext cx="1825" cy="1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1100">
                    <a:effectLst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rPr>
                  <a:t> </a:t>
                </a:r>
                <a:endParaRPr lang="en-IN" sz="1100">
                  <a:effectLst/>
                  <a:latin typeface="Cambria" panose="02040503050406030204" pitchFamily="18" charset="0"/>
                  <a:ea typeface="MS Mincho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Freeform 13"/>
              <p:cNvSpPr/>
              <p:nvPr/>
            </p:nvSpPr>
            <p:spPr>
              <a:xfrm>
                <a:off x="0" y="0"/>
                <a:ext cx="1827" cy="1561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561" extrusionOk="0">
                    <a:moveTo>
                      <a:pt x="1827" y="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10"/>
                    </a:lnTo>
                    <a:lnTo>
                      <a:pt x="0" y="1551"/>
                    </a:lnTo>
                    <a:lnTo>
                      <a:pt x="0" y="1560"/>
                    </a:lnTo>
                    <a:lnTo>
                      <a:pt x="10" y="1560"/>
                    </a:lnTo>
                    <a:lnTo>
                      <a:pt x="1827" y="1560"/>
                    </a:lnTo>
                    <a:lnTo>
                      <a:pt x="1827" y="1551"/>
                    </a:lnTo>
                    <a:lnTo>
                      <a:pt x="10" y="1551"/>
                    </a:lnTo>
                    <a:lnTo>
                      <a:pt x="10" y="10"/>
                    </a:lnTo>
                    <a:lnTo>
                      <a:pt x="1827" y="10"/>
                    </a:lnTo>
                    <a:lnTo>
                      <a:pt x="182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lang="en-IN"/>
              </a:p>
            </p:txBody>
          </p:sp>
          <p:pic>
            <p:nvPicPr>
              <p:cNvPr id="15" name="Shape 5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226" y="10"/>
                <a:ext cx="1458" cy="1321"/>
              </a:xfrm>
              <a:prstGeom prst="rect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101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Cambria</vt:lpstr>
      <vt:lpstr>MS Mincho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2025-10-08T10:37:46Z</dcterms:modified>
  <cp:category/>
</cp:coreProperties>
</file>